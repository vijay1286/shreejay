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6CD3-52ED-3A34-8E01-1F7C613A0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0776B-1342-E04A-F29C-A172687E7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3CDB8-F1DF-1039-88F2-BE32620F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D816-BCFB-2CD5-1D1F-7043BF4B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A3F08-C57D-E248-FF04-15504855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1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8224-0463-96A3-4114-35552DA8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DFCDC-B201-1CD5-78D8-633D68DE3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C4653-6DA7-3097-250C-80F838BA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0119D-8B33-A175-C214-121706F74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194B-C46D-2E65-2BEB-F10A209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0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6F24-CE78-9A19-3899-0B704AAE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0A3C-AE82-59C4-E68E-18C62BDFA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27FD1-2E0A-AE91-F2EC-D83311A5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3E096-1B08-44C3-7B6A-FAB720C7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6A8DE-5FEE-6809-281E-D33EBE41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31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0331-85C4-69F5-7961-199B4CAD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3D70-A775-E080-6E1C-74D8F9EDB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7044C-6A2E-DFA0-DD5F-EB540EEDB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A03A8-3B13-1699-32F1-D689D4E5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953DD-CBEC-FC87-3429-C2B334C4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90965-5FBE-2842-CFB0-F297CCD8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49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3379-CF3C-7987-188F-5CC2A834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BAC9F-4467-A21B-77F0-255EB103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D88A-BC04-C63D-E915-6BDB7682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3C8CF-95E1-E9D1-5A4F-2AFF9BB48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15030-9F47-C3E3-D7F1-8188BB660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C9D5B-84A3-4371-5CC9-9F718369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EE2F4-0F91-C6D6-E8C3-1B4CF959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EC3B7-5D00-C527-5653-2FE95363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63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6580-B6CB-F3A1-3325-73CBAF1B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80397-74D6-3F54-967D-2B3D9ECD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32E42-4195-6659-4584-1D88714F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05616-A99C-7BBC-610A-685245D6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8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C04BB-7F6F-CA02-601D-9166F504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B8B77-FA1E-2A15-B8A9-3FCC3412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0447B-6945-6067-F150-C1C77F08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20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EF0F-CB6A-D51D-8841-6BD8D1EB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A1C66-11C5-8FA0-D5DC-7F901BD2F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77A69-044C-3EED-65DB-F204DD72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AE311-204A-427A-1AA2-72626055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11C56-2567-EF91-D7CF-AA75B2E9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850B5-5407-ACC5-0121-22CF5802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79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F654-1542-18B9-FB0E-9DE11E9A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889F2-2A04-BF46-3ED9-7FA17026C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E2DC9-0899-36E4-4EFC-4288CB20B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6A42-5872-EA0A-F5EC-FB1F05AC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F147B-A689-2195-A9DE-042AAA7B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BA911-5CBF-9A05-DDCA-72DF213B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61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59CC-E53A-E0CE-7519-30CDA5B5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AF3AF-9CBE-E44E-B487-A3C404867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56E23-64CC-ABE9-8BF3-29697E95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E993-C929-703D-C0C1-5C2725BB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A4979-E41C-16DB-B82E-5E667CA6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7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AA2F4-F4AD-0329-E701-3DDBA57A4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9FFD9-EF60-1F19-7EE6-D51B40A6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F8867-FC84-C7F6-A910-74BC9ECF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FAC38-362D-7C02-CFFB-21FEC414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805B7-C8F4-B16C-FB29-1223BDBD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5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51334-6807-449F-C4BF-B9C04874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CCB1F-28C2-5C0E-D04F-2783C080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0F481-73BC-B2AE-DE13-5BE3B91BE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F9435-9E23-486B-90D1-0F7475B46E2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63EB1-AF4C-A6E9-4F7A-B42BBE127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5357B-57C2-26F3-9A2F-9651F3CB1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249E6-E32C-4222-A062-80AE9DD2A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78C2-F492-1708-1597-A8532A920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A614A-C767-A9D9-FBC3-A0419EE26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0929C-30C4-A265-B88B-0DC76AC93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3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Kumar Ray</dc:creator>
  <cp:lastModifiedBy>Vijay Kumar Ray</cp:lastModifiedBy>
  <cp:revision>1</cp:revision>
  <dcterms:created xsi:type="dcterms:W3CDTF">2026-01-12T05:58:23Z</dcterms:created>
  <dcterms:modified xsi:type="dcterms:W3CDTF">2026-01-12T05:59:52Z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50afb6-ab6e-4e8b-96b5-6e00ab52e29e_Enabled">
    <vt:lpwstr>true</vt:lpwstr>
  </property>
  <property fmtid="{D5CDD505-2E9C-101B-9397-08002B2CF9AE}" pid="3" name="MSIP_Label_2f50afb6-ab6e-4e8b-96b5-6e00ab52e29e_SetDate">
    <vt:lpwstr>2026-01-12T05:58:34Z</vt:lpwstr>
  </property>
  <property fmtid="{D5CDD505-2E9C-101B-9397-08002B2CF9AE}" pid="4" name="MSIP_Label_2f50afb6-ab6e-4e8b-96b5-6e00ab52e29e_Method">
    <vt:lpwstr>Standard</vt:lpwstr>
  </property>
  <property fmtid="{D5CDD505-2E9C-101B-9397-08002B2CF9AE}" pid="5" name="MSIP_Label_2f50afb6-ab6e-4e8b-96b5-6e00ab52e29e_Name">
    <vt:lpwstr>2f50afb6-ab6e-4e8b-96b5-6e00ab52e29e</vt:lpwstr>
  </property>
  <property fmtid="{D5CDD505-2E9C-101B-9397-08002B2CF9AE}" pid="6" name="MSIP_Label_2f50afb6-ab6e-4e8b-96b5-6e00ab52e29e_SiteId">
    <vt:lpwstr>f35425af-4755-4e0c-b1bb-b3cb9f1c6afd</vt:lpwstr>
  </property>
  <property fmtid="{D5CDD505-2E9C-101B-9397-08002B2CF9AE}" pid="7" name="MSIP_Label_2f50afb6-ab6e-4e8b-96b5-6e00ab52e29e_ActionId">
    <vt:lpwstr>1ae8529e-3d7f-48f9-ac77-957e913d9ea3</vt:lpwstr>
  </property>
  <property fmtid="{D5CDD505-2E9C-101B-9397-08002B2CF9AE}" pid="8" name="MSIP_Label_2f50afb6-ab6e-4e8b-96b5-6e00ab52e29e_ContentBits">
    <vt:lpwstr>0</vt:lpwstr>
  </property>
  <property fmtid="{D5CDD505-2E9C-101B-9397-08002B2CF9AE}" pid="9" name="MSIP_Label_2f50afb6-ab6e-4e8b-96b5-6e00ab52e29e_Tag">
    <vt:lpwstr>10, 3, 0, 1</vt:lpwstr>
  </property>
</Properties>
</file>