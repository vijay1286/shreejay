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E5AE-9574-1309-11AA-9074386F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7D04A-0F96-CD18-BD0D-2597FBEC1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3D95-1A1C-DBFD-08BD-D67E4486E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91129-1C55-CBAB-5A77-18AE4A05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E4C27-207D-F8E2-948E-28F8E618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4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BC47-40EB-FC75-735C-104CCEF7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9DBFA-7090-76DA-F418-582A5C68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CF0B6-895F-BCBB-3467-28060AF2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3DC8A-EA6A-FE96-8A16-A85A947C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C5CD3-6C07-BC56-80F5-E485C890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88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498F-66E8-56B0-F686-DE71D712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75DA2-CD8C-2E2C-5A2A-15F28A927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41346-2A10-FDF3-604B-6647124B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F559A-367E-7B83-4826-ED58E4E3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2E42D-4678-E3F3-8FCC-EFCEB101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E06D-96AB-4B9B-B9CE-7C79DCBE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55CEC-CF82-FF26-3F6B-7C331903C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DC247-57CF-B818-4D67-5AA67713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01806-A4A9-CBBA-86EA-2D4AF137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295F1-B89E-6951-6B86-E98D1018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E9E7-2B2D-1419-85D9-9693F410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8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2266-5694-7921-014D-4D5135F3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EE002-DA82-38F0-78F8-DFDCA100A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80EA8-C792-A975-DD2E-55DF425AF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97E805-7832-6BF4-3D56-9934FAC8B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DE28B-D674-29C0-4791-001FDA43D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81701-D13D-9C7A-C9CD-82F1F28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D2B72D-5924-6713-7366-4F19AC8B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384DC-8533-645C-2CA1-CD8F5C33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1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90CC-71CF-56E5-2978-962C763C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350A6-A608-CF88-AF0D-926907C7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2FC0A-B1CC-1858-F1E3-F38D9CEC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9A7D4-30A6-33E7-D383-15960E1E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6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CF1C8-24F1-94FC-00EE-4D828D45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55C80-D922-7C55-35BB-F4FF82AF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0D126-0ADC-2A21-E256-CE4BD4D2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5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A102-F854-A262-8584-C39FBC6C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7559-B114-4C2B-C9F6-5951576C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B05B3-903C-8BF4-549F-CFA209850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F899-6B83-1A07-BC89-A501C7A6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99DA9-E058-D3B0-914E-291A2980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C2B7C-EDA9-909F-6A51-6EA7A589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52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65E2-F239-5DB1-0AFB-BF143A54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A1E7C-BAF8-A428-14D8-A020495F0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65757-2449-8FE6-C337-1D594C029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9A99F-F701-A229-09C4-85D952F6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CFE1-9372-3237-1395-FD10FC16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B4123-72C2-46FA-78D1-1279959C9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8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31D6-CCE0-7CF4-0D06-62780CD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7460F-BEF5-3376-837E-B914FC80B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22357-AAA8-0123-DC03-DF655CB7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1F003-2027-FC34-6C93-7B526DF0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E4495-49F4-DB1D-FB80-1E0BF73A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9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F62C7-01CC-6FF7-B975-D80F295A6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D5DAE-BDD8-D0F5-F244-C81DFC550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233C-E068-7FEE-1A96-8D686FB8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14192-6F48-D880-CC58-72265A75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63520-51DA-9AC6-BA8C-C84AF7D9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6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422D3-B0C2-95F3-5614-CE3D67458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35057-868F-BC13-2399-10657B6D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2BEA-50F9-44FA-394F-49A4FB5F3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A0C78-3B8D-4687-94EC-7181981566BE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B1A82-FBC4-78F8-726B-5781EEDC3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4CC0D-5E43-E3F6-6C7D-30D03E8CA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8759F-FB4C-4C5C-A27F-40A8E6FD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70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C37D4-19EA-8850-B685-6E8B2E8D6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6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Kumar Ray</dc:creator>
  <cp:lastModifiedBy>Vijay Kumar Ray</cp:lastModifiedBy>
  <cp:revision>1</cp:revision>
  <dcterms:created xsi:type="dcterms:W3CDTF">2026-01-12T05:48:36Z</dcterms:created>
  <dcterms:modified xsi:type="dcterms:W3CDTF">2026-01-12T05:49:02Z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50afb6-ab6e-4e8b-96b5-6e00ab52e29e_Enabled">
    <vt:lpwstr>true</vt:lpwstr>
  </property>
  <property fmtid="{D5CDD505-2E9C-101B-9397-08002B2CF9AE}" pid="3" name="MSIP_Label_2f50afb6-ab6e-4e8b-96b5-6e00ab52e29e_SetDate">
    <vt:lpwstr>2026-01-12T05:48:53Z</vt:lpwstr>
  </property>
  <property fmtid="{D5CDD505-2E9C-101B-9397-08002B2CF9AE}" pid="4" name="MSIP_Label_2f50afb6-ab6e-4e8b-96b5-6e00ab52e29e_Method">
    <vt:lpwstr>Standard</vt:lpwstr>
  </property>
  <property fmtid="{D5CDD505-2E9C-101B-9397-08002B2CF9AE}" pid="5" name="MSIP_Label_2f50afb6-ab6e-4e8b-96b5-6e00ab52e29e_Name">
    <vt:lpwstr>2f50afb6-ab6e-4e8b-96b5-6e00ab52e29e</vt:lpwstr>
  </property>
  <property fmtid="{D5CDD505-2E9C-101B-9397-08002B2CF9AE}" pid="6" name="MSIP_Label_2f50afb6-ab6e-4e8b-96b5-6e00ab52e29e_SiteId">
    <vt:lpwstr>f35425af-4755-4e0c-b1bb-b3cb9f1c6afd</vt:lpwstr>
  </property>
  <property fmtid="{D5CDD505-2E9C-101B-9397-08002B2CF9AE}" pid="7" name="MSIP_Label_2f50afb6-ab6e-4e8b-96b5-6e00ab52e29e_ActionId">
    <vt:lpwstr>c3a23c02-3c42-49a9-833a-db931ca07096</vt:lpwstr>
  </property>
  <property fmtid="{D5CDD505-2E9C-101B-9397-08002B2CF9AE}" pid="8" name="MSIP_Label_2f50afb6-ab6e-4e8b-96b5-6e00ab52e29e_ContentBits">
    <vt:lpwstr>0</vt:lpwstr>
  </property>
  <property fmtid="{D5CDD505-2E9C-101B-9397-08002B2CF9AE}" pid="9" name="MSIP_Label_2f50afb6-ab6e-4e8b-96b5-6e00ab52e29e_Tag">
    <vt:lpwstr>10, 3, 0, 1</vt:lpwstr>
  </property>
</Properties>
</file>